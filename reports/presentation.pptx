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Performance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 Capstone Project — Satyam</a:t>
            </a:r>
          </a:p>
          <a:p>
            <a:r>
              <a:t>SkillOrbit Internship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at risk of low performance are often identified too late</a:t>
            </a:r>
          </a:p>
          <a:p>
            <a:r>
              <a:t>• Teachers lack data-driven tools to prioritise interventions</a:t>
            </a:r>
          </a:p>
          <a:p>
            <a:r>
              <a:t>• Generic advice ('study harder') doesn't help individual students</a:t>
            </a:r>
          </a:p>
          <a:p/>
          <a:p>
            <a:r>
              <a:t>Our goal: predict performance, explain why, and suggest what to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xAPI-Edu-Data: 480 students, 16 features</a:t>
            </a:r>
          </a:p>
          <a:p>
            <a:r>
              <a:t>• Target: Performance band (High / Medium / Low)</a:t>
            </a:r>
          </a:p>
          <a:p>
            <a:r>
              <a:t>• Features: engagement metrics, attendance, parent involvement</a:t>
            </a:r>
          </a:p>
          <a:p>
            <a:r>
              <a:t>• Classical ML only — no deep learning</a:t>
            </a:r>
          </a:p>
          <a:p>
            <a:r>
              <a:t>  (tree ensembles outperform neural nets at this scale)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Attendance is the strongest predictor of performance</a:t>
            </a:r>
          </a:p>
          <a:p>
            <a:r>
              <a:t>• High engagement = hands raised + resources visited</a:t>
            </a:r>
          </a:p>
          <a:p>
            <a:r>
              <a:t>• Parent survey participation strongly associated with outcomes</a:t>
            </a:r>
          </a:p>
          <a:p>
            <a:r>
              <a:t>• All key factors are statistically significant (ANOVA/chi-square, p&lt;0.001)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models tested: LogReg → Decision Tree → Random Forest → XGBoost</a:t>
            </a:r>
          </a:p>
          <a:p/>
          <a:p>
            <a:r>
              <a:t>Winner: random_forest</a:t>
            </a:r>
          </a:p>
          <a:p>
            <a:r>
              <a:t>• Validated with bootstrapped 95% confidence intervals</a:t>
            </a:r>
          </a:p>
          <a:p>
            <a:r>
              <a:t>• McNemar's test confirms statistical superiority</a:t>
            </a:r>
          </a:p>
          <a:p>
            <a:r>
              <a:t>• Stratified k-fold cross-validation throughout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Prediction?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prediction comes with an explanation:</a:t>
            </a:r>
          </a:p>
          <a:p/>
          <a:p>
            <a:r>
              <a:t>• Global: which features matter most overall</a:t>
            </a:r>
          </a:p>
          <a:p>
            <a:r>
              <a:t>• Local: what drives THIS student's prediction</a:t>
            </a:r>
          </a:p>
          <a:p>
            <a:r>
              <a:t>• Plain English, not ML jargon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What Would Need to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killer feature: counterfactual explanations</a:t>
            </a:r>
          </a:p>
          <a:p/>
          <a:p>
            <a:r>
              <a:t>Instead of just 'this student is at risk', we answer:</a:t>
            </a:r>
          </a:p>
          <a:p>
            <a:r>
              <a:t>'If resource visits went from 12 to 41 and absences</a:t>
            </a:r>
          </a:p>
          <a:p>
            <a:r>
              <a:t>dropped below 7 days, they would be predicted Medium.'</a:t>
            </a:r>
          </a:p>
          <a:p/>
          <a:p>
            <a:r>
              <a:t>Turns the tool from a predictor into an actionable coach.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🏫 What If the Whole Class 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Monte Carlo simulation for policy decisions:</a:t>
            </a:r>
          </a:p>
          <a:p/>
          <a:p>
            <a:r>
              <a:t>'If participation improved 15% across the class,</a:t>
            </a:r>
          </a:p>
          <a:p>
            <a:r>
              <a:t>how would the L/M/H distribution shift?'</a:t>
            </a:r>
          </a:p>
          <a:p/>
          <a:p>
            <a:r>
              <a:t>With confidence intervals, not just point estimates.</a:t>
            </a:r>
          </a:p>
          <a:p>
            <a:r>
              <a:t>Reframes the tool for administrators and policymakers.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AI: Fairness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for bias across gender and nationality:</a:t>
            </a:r>
          </a:p>
          <a:p/>
          <a:p>
            <a:r>
              <a:t>• Demographic parity (equal selection rates)</a:t>
            </a:r>
          </a:p>
          <a:p>
            <a:r>
              <a:t>• Equalized odds (equal error rates)</a:t>
            </a:r>
          </a:p>
          <a:p>
            <a:r>
              <a:t>• Four-fifths rule threshold</a:t>
            </a:r>
          </a:p>
          <a:p/>
          <a:p>
            <a:r>
              <a:t>Honest reporting — if disparity exists, we report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dashboard — 4 pages:</a:t>
            </a:r>
          </a:p>
          <a:p>
            <a:r>
              <a:t>  1. Overview (dataset + key factors)</a:t>
            </a:r>
          </a:p>
          <a:p>
            <a:r>
              <a:t>  2. Individual Predictor (SHAP + advice)</a:t>
            </a:r>
          </a:p>
          <a:p>
            <a:r>
              <a:t>  3. What-If Simulator (live sliders)</a:t>
            </a:r>
          </a:p>
          <a:p>
            <a:r>
              <a:t>  4. Cohort Simulator (policy tool)</a:t>
            </a:r>
          </a:p>
          <a:p/>
          <a:p>
            <a:r>
              <a:t>FastAPI REST endpoint at /predict</a:t>
            </a:r>
          </a:p>
          <a:p>
            <a:r>
              <a:t>Postman collection included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Dashboard: Streamlit Community Cloud</a:t>
            </a:r>
          </a:p>
          <a:p>
            <a:r>
              <a:t>• API: Render</a:t>
            </a:r>
          </a:p>
          <a:p>
            <a:r>
              <a:t>• CI: GitHub Actions (pytest on every push)</a:t>
            </a:r>
          </a:p>
          <a:p>
            <a:r>
              <a:t>• Model: scikit-learn pipeline (preprocessing + model)</a:t>
            </a:r>
          </a:p>
          <a:p>
            <a:r>
              <a:t>• No deep learning dependencies anywhere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Classical ML that outperforms the brief's requirements</a:t>
            </a:r>
          </a:p>
          <a:p>
            <a:r>
              <a:t>✅ Statistical rigor: bootstrapped CIs, McNemar's test</a:t>
            </a:r>
          </a:p>
          <a:p>
            <a:r>
              <a:t>✅ SHAP explanations for every prediction</a:t>
            </a:r>
          </a:p>
          <a:p>
            <a:r>
              <a:t>✅ Counterfactual coach — actionable, not just descriptive</a:t>
            </a:r>
          </a:p>
          <a:p>
            <a:r>
              <a:t>✅ Fairness audit — responsible AI framing</a:t>
            </a:r>
          </a:p>
          <a:p>
            <a:r>
              <a:t>✅ Cohort simulator — policy-level decision support</a:t>
            </a:r>
          </a:p>
          <a:p>
            <a:r>
              <a:t>✅ Clean dashboard, REST API, CI, deployment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